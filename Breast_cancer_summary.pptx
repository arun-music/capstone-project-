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F960-A6D7-EBC8-8DA6-A8B12222A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5B6C-9609-315E-40EA-5E9F2602B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786A-7FD6-B65C-7BA9-1FD49270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2ABFA-DA2E-F601-2E48-7C9215C0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56DD8-E1AD-A58D-F1B2-AEBC3897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9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F43D-B473-6D84-8891-13DEAFD60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FA2D-B5BE-EB26-954E-FB7E49961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1DAE9-45F0-617E-E704-0C507DCC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D7C10-9FCA-DEA5-1D7D-274E611F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84715-556E-6F4E-F65E-4E61188D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5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D76A-EE5D-00C0-A83C-00F8268C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4B77-5FF1-F626-9502-8943F72BB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F3D96-3B2D-B9BB-78C2-B7E748B5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AF2A1-A88F-A6A8-6A6B-7E517A74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BEF04-0B06-BB28-36DA-84AAD036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9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DDFF-467D-167E-DD90-328ED240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EE37-548C-405B-BB59-5955BD858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BB9BA-A9B2-409E-6808-A3B03386F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735AA-F20B-3265-6714-B43DBCFE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F8EC5-8839-FE38-7363-BD936886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11AF8-EACC-849A-8625-6D0CD2EE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2DAE-12FC-088D-412C-C661279B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A99A-ABF7-A4B1-AD12-0AE5E5369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A4662-B23F-A69D-D878-AA88C8863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42570-70BF-AAB5-A47B-BC3A127B3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D56FC-6EAA-79AC-96B7-C4715B087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AA5D8-25D4-CA60-B6F7-DDB074D1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58A5F-691C-D242-9310-C50998EA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837D0-4875-F398-D19A-66F3ED31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2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C062-3306-5593-2856-1BE2D540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A394C-E5C0-58C2-C43B-047D3740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075A0-CF0E-42DF-89EE-3E6C8610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1BEA7-5AEA-E266-B58A-1606CB5F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8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D78F5-DAE1-968D-87C8-A3B3BF0E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9FB70-C351-D15B-7980-969F61A1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8C0D-D2DD-3760-82B4-A743E177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6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5B2E-DBBD-9F8B-F6FB-24FE1618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08C6E-DC64-4D24-28EC-187343F1E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F798-422F-50D9-23C9-D14A399F3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6E811-E03C-2AD0-ECC7-41BA80A2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5FDDD-4BA0-3CFD-C417-D34375F79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693E2-2885-1866-9D43-10C67431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1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6C2-C02B-2F71-EBD3-2FA98B3B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9D626-0722-18B7-E9FB-95CE9533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30A88-D5F0-7A3F-B193-8C629F7B3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AC746-B1B3-D708-1CFF-7B700954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667A3-0512-5832-DF69-2FB6F3ED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436C9-CB5F-5576-7D4B-87928E17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6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EBA5-7F52-5FE9-2985-4B40E1C2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EF73D-BEE6-AB13-CC4E-C2AD20B02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7CC4-35CF-F475-24AA-2715CD35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33B73-31FF-05E6-6A90-1741AF7A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A54F-F4E4-7AA0-94BE-BFE41755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E8103-8990-7766-3245-183974514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BB1A2-014E-D10E-F24B-0C0D1A8D6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D3B34-2385-FFFF-6ECA-6A19DC6E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FFD19-70BD-042F-8AEB-19452472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DE881-5E9A-690E-93A9-768D6B0E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3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36D4B-7898-7F1B-0BE1-4591D844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9A96B-11D6-D59E-203F-14125A7C8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4A6EC-3F7B-9986-91B5-3DD8CAB3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C597F-E70F-4915-AAFD-7442512EB3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8E538-EE77-D6C6-22CD-211DA1875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77A54-D8A2-C0AB-9B0E-75E19468A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B5B28-6245-4E45-B8AE-3A2F308DB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8319-098A-AD7F-90B1-33C6526B5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A9804-CC9A-D463-8D50-48B04C92C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B16F0-BDCF-AEB3-6046-0C7AB52C4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7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3FD9D-C296-FB10-0B32-3FB624EA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9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56DF4-A3C5-2684-6F2B-03964337F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8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6504A-1237-6D0A-D56E-7302FF2D2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3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FD476-C8A6-0E19-15EA-F289D58C3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187AEE-BDE6-4C62-479A-FC61EB77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14" y="4747775"/>
            <a:ext cx="10346054" cy="193401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7930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EBE36E-3A62-C7D0-A105-DBDB8744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0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1A80E-69C0-A9E1-B139-1DFAED859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8F0974-AFF6-1A42-57F2-AD7E71300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616" y="1852084"/>
            <a:ext cx="2764254" cy="20179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D807-68B5-3DA7-DCD1-327DEE66D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6" y="4153852"/>
            <a:ext cx="6137549" cy="26105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27557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470706-2993-DD9E-6921-715EDDC03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3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4397D-889B-3E2A-C724-40B169F08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DF8DE26-5AD1-8E83-BAFB-A678C57BC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338" y="1470655"/>
            <a:ext cx="3378640" cy="237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430DA38-3E86-126F-F38E-8C08BE397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197" y="1470656"/>
            <a:ext cx="3348365" cy="237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EEC8AF4-60BB-4B0F-05EF-AD4BD9ECED57}"/>
              </a:ext>
            </a:extLst>
          </p:cNvPr>
          <p:cNvGrpSpPr/>
          <p:nvPr/>
        </p:nvGrpSpPr>
        <p:grpSpPr>
          <a:xfrm>
            <a:off x="5042338" y="4099577"/>
            <a:ext cx="6434959" cy="2439278"/>
            <a:chOff x="5042338" y="4099577"/>
            <a:chExt cx="6434959" cy="24392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C41AD54-D6FD-D3BE-6585-86EF4F054BB4}"/>
                </a:ext>
              </a:extLst>
            </p:cNvPr>
            <p:cNvSpPr/>
            <p:nvPr/>
          </p:nvSpPr>
          <p:spPr>
            <a:xfrm>
              <a:off x="5042338" y="4414345"/>
              <a:ext cx="6434959" cy="19549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1FE5434D-E550-3586-0AE6-B0A9B074C9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9183" y="4099577"/>
              <a:ext cx="4829503" cy="2439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5739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007EB-6710-2A52-3CE5-154C1039B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3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ABD8D-18E6-891F-6577-A75626D75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6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6CD03-6F60-5940-BF26-6A2C1AC4F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3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3198C-E112-517D-3703-B76F6D367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3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</cp:revision>
  <dcterms:created xsi:type="dcterms:W3CDTF">2026-01-30T14:04:01Z</dcterms:created>
  <dcterms:modified xsi:type="dcterms:W3CDTF">2026-01-30T14:43:47Z</dcterms:modified>
</cp:coreProperties>
</file>